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E2CE85-1916-41D7-8397-3558049536AB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7850D4-D418-4CD7-8D2D-C2CE41EA94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9570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7850D4-D418-4CD7-8D2D-C2CE41EA9494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9019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6F69D-A889-679B-CE3C-84F1F8696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ACA342-8CD4-C56C-2D60-D1BC3AFB7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7D1D8D-B486-BA19-2347-8BEA75DB0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2FD2-4099-4609-A1FE-270EBC833285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AEC7A8-3638-FCCA-0F6B-9E5519D3F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74CA1C-9DB9-0D02-1214-8E355CF5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3144-D193-481E-A1D1-3AE67F91C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250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DA152-98B9-49C5-A292-4C8D4AA4E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1277C3-5F82-8812-9B5A-38CC5CC4F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048CC1-53D5-A425-C651-11BEB4515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2FD2-4099-4609-A1FE-270EBC833285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FB07DE-29DC-EDA4-E41B-5A50452F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0DC893-9103-7406-3B28-A104B778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3144-D193-481E-A1D1-3AE67F91C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4585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FD815-58EE-38EF-B7E3-87A9A56B2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867E4F-077C-DD01-B0BA-B13CE9C18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23ECC0-DCA2-C938-C4F6-648A3B629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2FD2-4099-4609-A1FE-270EBC833285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D5A60C-5D17-9E2D-E2BE-DB32A8AC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285EBE-D84A-886F-366E-C315A800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3144-D193-481E-A1D1-3AE67F91C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1280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8B74B-BB04-4E7D-1CAD-E5DAC889D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46DAD-0E34-CEB4-356C-96F72BD08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F30DAB-D8BA-EA03-6452-9BD744536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F34AB3-32D5-0E3E-A4FC-913A60F37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2FD2-4099-4609-A1FE-270EBC833285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A5C068-92E9-9494-39BB-46BFAFE1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23171F-327C-56CB-C95D-EB08A68A1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3144-D193-481E-A1D1-3AE67F91C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4773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5BED3-32A2-6F55-EADF-721FF2EE2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F03033-9DF3-6112-E9AC-A64DCD740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BD7579-4EA0-80B1-242B-C33DAC134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EAF848-295F-2550-03B1-50FD8769F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A8360E-C256-7807-F500-193B304E44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6DE3DC0-7B77-A3C7-BFE2-79609DCD3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2FD2-4099-4609-A1FE-270EBC833285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9534120-16EB-696C-7622-F9D49979E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47C9E8-AE76-0CE5-E249-93AB601E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3144-D193-481E-A1D1-3AE67F91C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2964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44D31-557A-7B69-DE48-8BE0B02BB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636A63D-450D-D32A-EC33-20A871133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2FD2-4099-4609-A1FE-270EBC833285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FAF67A2-44CF-3A7D-42A2-2C882523C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BD0AB0-9BFF-CA60-233C-FCE4F1A3C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3144-D193-481E-A1D1-3AE67F91C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0238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E55555A-4C81-8BD0-AA8B-54CD25F95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2FD2-4099-4609-A1FE-270EBC833285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2EE5DF-FE6B-5FE8-18CB-2FDBA06D4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AFD616-979C-62B5-42D3-3CF49C00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3144-D193-481E-A1D1-3AE67F91C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9829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1F548-F158-3216-52D2-BA4FCA12D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8A8219-8CCA-6A52-540D-37BCC99B9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F7FC19-AA75-58A9-F961-402D2B96A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3C933E-B880-9593-0831-6167BD652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2FD2-4099-4609-A1FE-270EBC833285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FF5829-50E5-EABE-DC30-248A991B1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54095B-FA8B-12E4-2276-1A37FAF6B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3144-D193-481E-A1D1-3AE67F91C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2506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B82F5D-2F4A-860F-621A-D97D70B05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12994DA-E5BC-525A-500E-07AEE575B4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1BDEE4-52D0-C4EE-C150-3BE9A7D96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CAE5C5-1600-398C-4511-E94D7E30B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2FD2-4099-4609-A1FE-270EBC833285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6FFEF2-822D-22FA-09D2-1F36817B6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2067C2-6F64-E4BB-6F9E-ED38F514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3144-D193-481E-A1D1-3AE67F91C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627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7A7DF6-AC8D-89D5-21D2-1D6E8BB08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905BE10-B5B3-7800-A904-877372D21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AD8167-6A7F-EAC3-A27B-AF751B2B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2FD2-4099-4609-A1FE-270EBC833285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8407AB-94E0-EBC4-1F3C-2E22A42B3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40070A-85A9-1F95-2D13-C69A55F25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3144-D193-481E-A1D1-3AE67F91C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5500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B9CF76-F111-C951-60D2-B8CA7FC6B1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70467E-1238-7670-E5B2-5B6A761B5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7239F9-F447-9AD7-370B-4D5E7CF27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2FD2-4099-4609-A1FE-270EBC833285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D913F6-C43D-4012-3A5B-7E705FF7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B7A20E-28EF-E0F5-0A89-F40DD8F69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3144-D193-481E-A1D1-3AE67F91C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021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97BB0A8-6F58-641E-14B9-6C75C3AF1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4EC741-60A3-6E43-DC5B-7218096AB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20721B-95F9-80BF-4EBF-B61C204CE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E2FD2-4099-4609-A1FE-270EBC833285}" type="datetimeFigureOut">
              <a:rPr lang="es-ES" smtClean="0"/>
              <a:t>12/10/2025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CA1886-4649-C8BA-DE41-BF91C4E569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05151B-E2B7-BCA0-C5CF-66E17868A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153144-D193-481E-A1D1-3AE67F91CC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940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E2F0DF1-35DB-83DC-4A57-77A6905BE6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58" b="28973"/>
          <a:stretch>
            <a:fillRect/>
          </a:stretch>
        </p:blipFill>
        <p:spPr>
          <a:xfrm>
            <a:off x="2821495" y="520446"/>
            <a:ext cx="6549009" cy="545253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76583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FE3013A-08C1-1BBF-D680-D45389071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LOGIN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5388D07-57EB-F592-6AC1-941CF59DB9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Input nombre</a:t>
            </a:r>
          </a:p>
          <a:p>
            <a:r>
              <a:rPr lang="es-ES" dirty="0"/>
              <a:t>Input contraseña</a:t>
            </a:r>
          </a:p>
          <a:p>
            <a:r>
              <a:rPr lang="es-ES" dirty="0"/>
              <a:t>Botón </a:t>
            </a:r>
            <a:r>
              <a:rPr lang="es-ES" dirty="0" err="1"/>
              <a:t>login</a:t>
            </a:r>
            <a:endParaRPr lang="es-ES" dirty="0"/>
          </a:p>
          <a:p>
            <a:endParaRPr lang="es-ES" dirty="0"/>
          </a:p>
          <a:p>
            <a:r>
              <a:rPr lang="es-ES" dirty="0"/>
              <a:t>BD:</a:t>
            </a:r>
          </a:p>
          <a:p>
            <a:pPr lvl="1"/>
            <a:r>
              <a:rPr lang="es-ES" dirty="0"/>
              <a:t>Tabla Usuarios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3B7EF22-4139-48A5-A5FC-5C79B3E56734}"/>
              </a:ext>
            </a:extLst>
          </p:cNvPr>
          <p:cNvSpPr txBox="1"/>
          <p:nvPr/>
        </p:nvSpPr>
        <p:spPr>
          <a:xfrm>
            <a:off x="1938528" y="2240280"/>
            <a:ext cx="2743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Nombre: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444EC79-302E-92A7-2EDE-6A0F763E3EA1}"/>
              </a:ext>
            </a:extLst>
          </p:cNvPr>
          <p:cNvSpPr txBox="1"/>
          <p:nvPr/>
        </p:nvSpPr>
        <p:spPr>
          <a:xfrm>
            <a:off x="1938528" y="2816352"/>
            <a:ext cx="2743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Contraseña: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FC4E219-230C-ACFE-C346-3C5BD0465EBE}"/>
              </a:ext>
            </a:extLst>
          </p:cNvPr>
          <p:cNvSpPr/>
          <p:nvPr/>
        </p:nvSpPr>
        <p:spPr>
          <a:xfrm>
            <a:off x="2633472" y="3341132"/>
            <a:ext cx="1143000" cy="457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Login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35444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D4D8F-9B06-3464-7A12-DF57F6EA0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Navegador de menú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3FE56E-A08A-0379-1899-D69AE9520E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s-ES" dirty="0"/>
              <a:t>Nueva partida</a:t>
            </a:r>
          </a:p>
          <a:p>
            <a:r>
              <a:rPr lang="es-ES" dirty="0"/>
              <a:t>Opciones de partida: </a:t>
            </a:r>
          </a:p>
          <a:p>
            <a:pPr lvl="1"/>
            <a:r>
              <a:rPr lang="es-ES" dirty="0"/>
              <a:t>Cambiar nivel</a:t>
            </a:r>
          </a:p>
          <a:p>
            <a:pPr lvl="1"/>
            <a:r>
              <a:rPr lang="es-ES" dirty="0"/>
              <a:t>Activar/desactivar </a:t>
            </a:r>
            <a:r>
              <a:rPr lang="es-ES" dirty="0" err="1"/>
              <a:t>PvE</a:t>
            </a:r>
            <a:endParaRPr lang="es-ES" dirty="0"/>
          </a:p>
          <a:p>
            <a:r>
              <a:rPr lang="es-ES" dirty="0"/>
              <a:t>Histórico puntuaciones:</a:t>
            </a:r>
          </a:p>
          <a:p>
            <a:pPr lvl="1"/>
            <a:r>
              <a:rPr lang="es-ES" dirty="0"/>
              <a:t>Fecha</a:t>
            </a:r>
          </a:p>
          <a:p>
            <a:pPr lvl="1"/>
            <a:r>
              <a:rPr lang="es-ES" dirty="0"/>
              <a:t>Nivel</a:t>
            </a:r>
          </a:p>
          <a:p>
            <a:pPr lvl="1"/>
            <a:r>
              <a:rPr lang="es-ES" dirty="0"/>
              <a:t>Tiempo</a:t>
            </a:r>
          </a:p>
          <a:p>
            <a:pPr lvl="1"/>
            <a:r>
              <a:rPr lang="es-ES" dirty="0"/>
              <a:t>Número de set acertados</a:t>
            </a:r>
          </a:p>
          <a:p>
            <a:pPr lvl="1"/>
            <a:r>
              <a:rPr lang="es-ES" dirty="0"/>
              <a:t>Errores</a:t>
            </a:r>
          </a:p>
          <a:p>
            <a:pPr lvl="1"/>
            <a:r>
              <a:rPr lang="es-ES" dirty="0"/>
              <a:t>Puntuación</a:t>
            </a:r>
          </a:p>
          <a:p>
            <a:r>
              <a:rPr lang="es-ES" dirty="0"/>
              <a:t>Ranking global:</a:t>
            </a:r>
          </a:p>
          <a:p>
            <a:pPr lvl="1"/>
            <a:r>
              <a:rPr lang="es-ES" dirty="0"/>
              <a:t>Usuario</a:t>
            </a:r>
          </a:p>
          <a:p>
            <a:pPr lvl="1"/>
            <a:r>
              <a:rPr lang="es-ES" dirty="0"/>
              <a:t>Posición</a:t>
            </a:r>
          </a:p>
          <a:p>
            <a:pPr lvl="1"/>
            <a:r>
              <a:rPr lang="es-ES" dirty="0"/>
              <a:t>Mismos datos que histórico</a:t>
            </a:r>
          </a:p>
          <a:p>
            <a:r>
              <a:rPr lang="es-ES" dirty="0"/>
              <a:t>Configuración usuario:</a:t>
            </a:r>
          </a:p>
          <a:p>
            <a:pPr lvl="1"/>
            <a:r>
              <a:rPr lang="es-ES" dirty="0"/>
              <a:t>Cambiar nombre o contraseña</a:t>
            </a:r>
          </a:p>
          <a:p>
            <a:r>
              <a:rPr lang="es-ES" dirty="0"/>
              <a:t>Cerrar sesión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7506C2B-C3A4-3495-1A57-A0DBBB56A361}"/>
              </a:ext>
            </a:extLst>
          </p:cNvPr>
          <p:cNvSpPr/>
          <p:nvPr/>
        </p:nvSpPr>
        <p:spPr>
          <a:xfrm>
            <a:off x="1481328" y="1920240"/>
            <a:ext cx="3209544" cy="425672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FD9E743-307C-109B-7C4C-3375C84508A7}"/>
              </a:ext>
            </a:extLst>
          </p:cNvPr>
          <p:cNvSpPr txBox="1"/>
          <p:nvPr/>
        </p:nvSpPr>
        <p:spPr>
          <a:xfrm>
            <a:off x="1481328" y="1920240"/>
            <a:ext cx="32095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Nueva partida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9DE72C5-CAF6-72EE-29BD-250D8B993E46}"/>
              </a:ext>
            </a:extLst>
          </p:cNvPr>
          <p:cNvSpPr txBox="1"/>
          <p:nvPr/>
        </p:nvSpPr>
        <p:spPr>
          <a:xfrm>
            <a:off x="1484376" y="2284738"/>
            <a:ext cx="32095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Opciones de partida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D5338DC-3E45-F8DA-FCC6-B0BBE06B7040}"/>
              </a:ext>
            </a:extLst>
          </p:cNvPr>
          <p:cNvSpPr txBox="1"/>
          <p:nvPr/>
        </p:nvSpPr>
        <p:spPr>
          <a:xfrm>
            <a:off x="1475232" y="2651974"/>
            <a:ext cx="32095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Histórico puntuaciones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6758091-F4FE-7BCC-A803-6824EE8FC556}"/>
              </a:ext>
            </a:extLst>
          </p:cNvPr>
          <p:cNvSpPr txBox="1"/>
          <p:nvPr/>
        </p:nvSpPr>
        <p:spPr>
          <a:xfrm>
            <a:off x="1484376" y="3020140"/>
            <a:ext cx="32095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Ranking global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1FB0803-DDFC-D401-C664-8BC697667AB4}"/>
              </a:ext>
            </a:extLst>
          </p:cNvPr>
          <p:cNvSpPr txBox="1"/>
          <p:nvPr/>
        </p:nvSpPr>
        <p:spPr>
          <a:xfrm>
            <a:off x="1469136" y="3390306"/>
            <a:ext cx="32095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Configuración usuario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2A11D14-4FEE-DEEB-C000-330E08D931F7}"/>
              </a:ext>
            </a:extLst>
          </p:cNvPr>
          <p:cNvSpPr txBox="1"/>
          <p:nvPr/>
        </p:nvSpPr>
        <p:spPr>
          <a:xfrm>
            <a:off x="1469136" y="3762184"/>
            <a:ext cx="32095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Cerrar sesión</a:t>
            </a:r>
          </a:p>
        </p:txBody>
      </p:sp>
    </p:spTree>
    <p:extLst>
      <p:ext uri="{BB962C8B-B14F-4D97-AF65-F5344CB8AC3E}">
        <p14:creationId xmlns:p14="http://schemas.microsoft.com/office/powerpoint/2010/main" val="2435882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57E39AD2-62D9-CBC4-76A6-20EE54DF7B4C}"/>
              </a:ext>
            </a:extLst>
          </p:cNvPr>
          <p:cNvSpPr/>
          <p:nvPr/>
        </p:nvSpPr>
        <p:spPr>
          <a:xfrm>
            <a:off x="338328" y="1444752"/>
            <a:ext cx="5522976" cy="4732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0EB285-DD6F-3C4F-93E2-3E2CC2EB3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Nueva partida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86F32197-8868-55E9-D1C4-CAE23DD6A91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235560" y="1612977"/>
            <a:ext cx="3422526" cy="3414712"/>
          </a:xfr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70B5C4-064A-115E-9326-F2DD85DDC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0743" y="1057275"/>
            <a:ext cx="5393057" cy="5119688"/>
          </a:xfrm>
        </p:spPr>
        <p:txBody>
          <a:bodyPr>
            <a:normAutofit fontScale="70000" lnSpcReduction="20000"/>
          </a:bodyPr>
          <a:lstStyle/>
          <a:p>
            <a:r>
              <a:rPr lang="es-ES" dirty="0"/>
              <a:t>Funcionamiento:</a:t>
            </a:r>
          </a:p>
          <a:p>
            <a:pPr lvl="1"/>
            <a:r>
              <a:rPr lang="es-ES" dirty="0"/>
              <a:t>1º clic: selecciona.</a:t>
            </a:r>
          </a:p>
          <a:p>
            <a:pPr lvl="1"/>
            <a:r>
              <a:rPr lang="es-ES" dirty="0"/>
              <a:t>¿2º clic (objeto ya seleccionado): des selecciona?</a:t>
            </a:r>
          </a:p>
          <a:p>
            <a:pPr lvl="1"/>
            <a:r>
              <a:rPr lang="es-ES" dirty="0"/>
              <a:t>¿Al elegir los 3 , se comprueba automáticamente? ¿Añadir botón comprobar?</a:t>
            </a:r>
          </a:p>
          <a:p>
            <a:r>
              <a:rPr lang="es-ES" dirty="0"/>
              <a:t>Botón Nueva partida:</a:t>
            </a:r>
          </a:p>
          <a:p>
            <a:pPr lvl="1"/>
            <a:r>
              <a:rPr lang="es-ES" dirty="0"/>
              <a:t>Si partida en curso: partida abandonada.</a:t>
            </a:r>
          </a:p>
          <a:p>
            <a:pPr lvl="1"/>
            <a:r>
              <a:rPr lang="es-ES" dirty="0"/>
              <a:t>Si partida ganada: partida finalizada.</a:t>
            </a:r>
          </a:p>
          <a:p>
            <a:pPr lvl="1"/>
            <a:r>
              <a:rPr lang="es-ES" dirty="0"/>
              <a:t>Guarda en BD partidas.</a:t>
            </a:r>
          </a:p>
          <a:p>
            <a:r>
              <a:rPr lang="es-ES" dirty="0"/>
              <a:t>Añadir 3:</a:t>
            </a:r>
          </a:p>
          <a:p>
            <a:pPr lvl="1"/>
            <a:r>
              <a:rPr lang="es-ES" dirty="0"/>
              <a:t>Añade un set de 3 cartas más a la mesa.</a:t>
            </a:r>
          </a:p>
          <a:p>
            <a:r>
              <a:rPr lang="es-ES" dirty="0"/>
              <a:t>Botón Cambiar mazo: </a:t>
            </a:r>
          </a:p>
          <a:p>
            <a:pPr lvl="1"/>
            <a:r>
              <a:rPr lang="es-ES" dirty="0"/>
              <a:t>Recoger cartas y sacar nuevas.</a:t>
            </a:r>
          </a:p>
          <a:p>
            <a:r>
              <a:rPr lang="es-ES" dirty="0"/>
              <a:t>Botón Pista:</a:t>
            </a:r>
          </a:p>
          <a:p>
            <a:pPr lvl="1"/>
            <a:r>
              <a:rPr lang="es-ES" dirty="0"/>
              <a:t>Completa un set. ¿Marcar en “Sets conseguidos” con otro color?</a:t>
            </a:r>
          </a:p>
          <a:p>
            <a:r>
              <a:rPr lang="es-ES" i="1" dirty="0"/>
              <a:t>Añadir 3, cambiar de mazo y dar pista: ¿penalizan? ¿poner sólo según nivel?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78C5FC0-4455-B80E-85A4-1EFD6B080352}"/>
              </a:ext>
            </a:extLst>
          </p:cNvPr>
          <p:cNvSpPr txBox="1"/>
          <p:nvPr/>
        </p:nvSpPr>
        <p:spPr>
          <a:xfrm>
            <a:off x="457200" y="2346326"/>
            <a:ext cx="173773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Cartas restantes: 69</a:t>
            </a:r>
          </a:p>
          <a:p>
            <a:r>
              <a:rPr lang="es-ES" sz="1400" dirty="0"/>
              <a:t>Errores: 0 </a:t>
            </a:r>
          </a:p>
          <a:p>
            <a:r>
              <a:rPr lang="es-ES" sz="1400" dirty="0"/>
              <a:t>Puntuación: 0 </a:t>
            </a:r>
          </a:p>
          <a:p>
            <a:r>
              <a:rPr lang="es-ES" sz="1400" dirty="0"/>
              <a:t>Sets conseguidos:</a:t>
            </a:r>
          </a:p>
          <a:p>
            <a:endParaRPr lang="es-ES" sz="1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99BEB42-3A07-40C1-BD18-34100E6B865F}"/>
              </a:ext>
            </a:extLst>
          </p:cNvPr>
          <p:cNvSpPr txBox="1"/>
          <p:nvPr/>
        </p:nvSpPr>
        <p:spPr>
          <a:xfrm>
            <a:off x="731899" y="1612977"/>
            <a:ext cx="1251203" cy="58477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03:00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2B0CBC71-097D-E4EC-A8F2-FAE3D5731709}"/>
              </a:ext>
            </a:extLst>
          </p:cNvPr>
          <p:cNvSpPr/>
          <p:nvPr/>
        </p:nvSpPr>
        <p:spPr>
          <a:xfrm>
            <a:off x="731899" y="5160960"/>
            <a:ext cx="1095378" cy="7065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Nueva partida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66DAB1D-0620-DA41-6E36-AE8D4B7CB5E3}"/>
              </a:ext>
            </a:extLst>
          </p:cNvPr>
          <p:cNvSpPr/>
          <p:nvPr/>
        </p:nvSpPr>
        <p:spPr>
          <a:xfrm>
            <a:off x="3221361" y="5160960"/>
            <a:ext cx="1095378" cy="7065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Cambiar mazo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AEEF3CF4-838F-DD40-797A-105E23EB32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088"/>
          <a:stretch>
            <a:fillRect/>
          </a:stretch>
        </p:blipFill>
        <p:spPr>
          <a:xfrm>
            <a:off x="671605" y="3304618"/>
            <a:ext cx="1058696" cy="588165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804A71EF-49FD-157F-7456-354C19C8BCD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287"/>
          <a:stretch>
            <a:fillRect/>
          </a:stretch>
        </p:blipFill>
        <p:spPr>
          <a:xfrm>
            <a:off x="663989" y="3922765"/>
            <a:ext cx="1021936" cy="527660"/>
          </a:xfrm>
          <a:prstGeom prst="rect">
            <a:avLst/>
          </a:prstGeom>
        </p:spPr>
      </p:pic>
      <p:sp>
        <p:nvSpPr>
          <p:cNvPr id="23" name="Elipse 22">
            <a:extLst>
              <a:ext uri="{FF2B5EF4-FFF2-40B4-BE49-F238E27FC236}">
                <a16:creationId xmlns:a16="http://schemas.microsoft.com/office/drawing/2014/main" id="{CF90A41F-E71A-D282-5768-1916863EE261}"/>
              </a:ext>
            </a:extLst>
          </p:cNvPr>
          <p:cNvSpPr/>
          <p:nvPr/>
        </p:nvSpPr>
        <p:spPr>
          <a:xfrm>
            <a:off x="1976630" y="5176263"/>
            <a:ext cx="1095378" cy="7065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Añadir 3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A09A874B-4624-557D-D640-AB744F00D1AA}"/>
              </a:ext>
            </a:extLst>
          </p:cNvPr>
          <p:cNvSpPr/>
          <p:nvPr/>
        </p:nvSpPr>
        <p:spPr>
          <a:xfrm>
            <a:off x="4466092" y="5176263"/>
            <a:ext cx="1095378" cy="7065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Pista</a:t>
            </a:r>
          </a:p>
        </p:txBody>
      </p:sp>
      <p:sp>
        <p:nvSpPr>
          <p:cNvPr id="26" name="Marcador de contenido 3">
            <a:extLst>
              <a:ext uri="{FF2B5EF4-FFF2-40B4-BE49-F238E27FC236}">
                <a16:creationId xmlns:a16="http://schemas.microsoft.com/office/drawing/2014/main" id="{87BDE9FF-9FA7-6FD5-86F3-B3404A040EA5}"/>
              </a:ext>
            </a:extLst>
          </p:cNvPr>
          <p:cNvSpPr txBox="1">
            <a:spLocks/>
          </p:cNvSpPr>
          <p:nvPr/>
        </p:nvSpPr>
        <p:spPr>
          <a:xfrm>
            <a:off x="10140696" y="662667"/>
            <a:ext cx="1517904" cy="92224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/>
              <a:t>BD:</a:t>
            </a:r>
          </a:p>
          <a:p>
            <a:pPr lvl="1"/>
            <a:r>
              <a:rPr lang="es-ES" sz="1800" dirty="0"/>
              <a:t>Partidas</a:t>
            </a:r>
          </a:p>
          <a:p>
            <a:pPr lvl="1"/>
            <a:r>
              <a:rPr lang="es-ES" sz="1800" dirty="0"/>
              <a:t>Mazo</a:t>
            </a:r>
          </a:p>
          <a:p>
            <a:pPr lvl="1"/>
            <a:r>
              <a:rPr lang="es-ES" sz="1800" dirty="0"/>
              <a:t>Cartas</a:t>
            </a:r>
          </a:p>
        </p:txBody>
      </p:sp>
    </p:spTree>
    <p:extLst>
      <p:ext uri="{BB962C8B-B14F-4D97-AF65-F5344CB8AC3E}">
        <p14:creationId xmlns:p14="http://schemas.microsoft.com/office/powerpoint/2010/main" val="4128811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3EAA4-8808-6C2B-0E7E-76B61E64D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Opciones de partida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91A55C-33D0-EA57-40A1-BC10D882C2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Nivel: 1 (fácil), 2 (normal), 3 (difícil). Default: 2</a:t>
            </a:r>
          </a:p>
          <a:p>
            <a:r>
              <a:rPr lang="es-ES" dirty="0" err="1"/>
              <a:t>PvE</a:t>
            </a:r>
            <a:r>
              <a:rPr lang="es-ES" dirty="0"/>
              <a:t>: </a:t>
            </a:r>
          </a:p>
          <a:p>
            <a:pPr lvl="1"/>
            <a:r>
              <a:rPr lang="es-ES" dirty="0"/>
              <a:t>true = contra máquina</a:t>
            </a:r>
          </a:p>
          <a:p>
            <a:pPr lvl="1"/>
            <a:r>
              <a:rPr lang="es-ES" dirty="0"/>
              <a:t>False = en solitario</a:t>
            </a:r>
          </a:p>
          <a:p>
            <a:r>
              <a:rPr lang="es-ES" dirty="0"/>
              <a:t>Nueva partida </a:t>
            </a:r>
            <a:r>
              <a:rPr lang="es-ES" dirty="0">
                <a:sym typeface="Wingdings" panose="05000000000000000000" pitchFamily="2" charset="2"/>
              </a:rPr>
              <a:t> lleva a ventana “Nueva Partida” con configuración cargada.</a:t>
            </a:r>
          </a:p>
          <a:p>
            <a:pPr lvl="1"/>
            <a:r>
              <a:rPr lang="es-ES" dirty="0">
                <a:sym typeface="Wingdings" panose="05000000000000000000" pitchFamily="2" charset="2"/>
              </a:rPr>
              <a:t>Habilitar/deshabilitar botones</a:t>
            </a:r>
          </a:p>
          <a:p>
            <a:pPr lvl="1"/>
            <a:r>
              <a:rPr lang="es-ES" dirty="0">
                <a:sym typeface="Wingdings" panose="05000000000000000000" pitchFamily="2" charset="2"/>
              </a:rPr>
              <a:t>Penalizaciones</a:t>
            </a:r>
          </a:p>
          <a:p>
            <a:pPr lvl="1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4BFCD32-5C2C-C66E-C5BA-C91ED580DAD5}"/>
              </a:ext>
            </a:extLst>
          </p:cNvPr>
          <p:cNvSpPr txBox="1"/>
          <p:nvPr/>
        </p:nvSpPr>
        <p:spPr>
          <a:xfrm>
            <a:off x="1417320" y="1929384"/>
            <a:ext cx="36301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Input nivel (</a:t>
            </a:r>
            <a:r>
              <a:rPr lang="es-ES" dirty="0" err="1"/>
              <a:t>type</a:t>
            </a:r>
            <a:r>
              <a:rPr lang="es-ES" dirty="0"/>
              <a:t> ¿</a:t>
            </a:r>
            <a:r>
              <a:rPr lang="es-ES" dirty="0" err="1"/>
              <a:t>number</a:t>
            </a:r>
            <a:r>
              <a:rPr lang="es-ES" dirty="0"/>
              <a:t> o </a:t>
            </a:r>
            <a:r>
              <a:rPr lang="es-ES" dirty="0" err="1"/>
              <a:t>selec</a:t>
            </a:r>
            <a:r>
              <a:rPr lang="es-ES" dirty="0"/>
              <a:t>?)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9DCA143-679D-35A3-4EAF-77C34EA34124}"/>
              </a:ext>
            </a:extLst>
          </p:cNvPr>
          <p:cNvSpPr txBox="1"/>
          <p:nvPr/>
        </p:nvSpPr>
        <p:spPr>
          <a:xfrm>
            <a:off x="1417320" y="2505146"/>
            <a:ext cx="36301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dirty="0"/>
              <a:t>Input </a:t>
            </a:r>
            <a:r>
              <a:rPr lang="es-ES" dirty="0" err="1"/>
              <a:t>PvE</a:t>
            </a:r>
            <a:r>
              <a:rPr lang="es-ES" dirty="0"/>
              <a:t> (</a:t>
            </a:r>
            <a:r>
              <a:rPr lang="es-ES" dirty="0" err="1"/>
              <a:t>type</a:t>
            </a:r>
            <a:r>
              <a:rPr lang="es-ES" dirty="0"/>
              <a:t> </a:t>
            </a:r>
            <a:r>
              <a:rPr lang="es-ES" dirty="0" err="1"/>
              <a:t>checkbox</a:t>
            </a:r>
            <a:r>
              <a:rPr lang="es-ES" dirty="0"/>
              <a:t>)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1C6D31D-8600-79A9-021C-D91C61D365F5}"/>
              </a:ext>
            </a:extLst>
          </p:cNvPr>
          <p:cNvSpPr/>
          <p:nvPr/>
        </p:nvSpPr>
        <p:spPr>
          <a:xfrm>
            <a:off x="2340864" y="3086894"/>
            <a:ext cx="141732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Nueva partida</a:t>
            </a:r>
          </a:p>
        </p:txBody>
      </p:sp>
    </p:spTree>
    <p:extLst>
      <p:ext uri="{BB962C8B-B14F-4D97-AF65-F5344CB8AC3E}">
        <p14:creationId xmlns:p14="http://schemas.microsoft.com/office/powerpoint/2010/main" val="93177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23A3B-60E8-58B4-4A40-89043519E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Histórico partidas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043B414E-5E83-0A3C-D997-D6BC6BFA8D0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3349371"/>
              </p:ext>
            </p:extLst>
          </p:nvPr>
        </p:nvGraphicFramePr>
        <p:xfrm>
          <a:off x="838200" y="1892808"/>
          <a:ext cx="10515603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113313780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80594606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1940563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2049425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25828413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92993715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91628829"/>
                    </a:ext>
                  </a:extLst>
                </a:gridCol>
              </a:tblGrid>
              <a:tr h="303657">
                <a:tc>
                  <a:txBody>
                    <a:bodyPr/>
                    <a:lstStyle/>
                    <a:p>
                      <a:r>
                        <a:rPr lang="es-ES" dirty="0" err="1"/>
                        <a:t>IdPartida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Nivel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Tiempo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Nº</a:t>
                      </a:r>
                      <a:r>
                        <a:rPr lang="es-ES" dirty="0"/>
                        <a:t> sets correctos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Errores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Puntuación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201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Int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String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Float</a:t>
                      </a:r>
                      <a:r>
                        <a:rPr lang="es-ES" dirty="0"/>
                        <a:t> o min/</a:t>
                      </a:r>
                      <a:r>
                        <a:rPr lang="es-ES" dirty="0" err="1"/>
                        <a:t>seg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Int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Int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Int</a:t>
                      </a:r>
                      <a:r>
                        <a:rPr lang="es-E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088582"/>
                  </a:ext>
                </a:extLst>
              </a:tr>
            </a:tbl>
          </a:graphicData>
        </a:graphic>
      </p:graphicFrame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E06FB7-931A-C24C-C225-D6E1C3715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3984" y="3685033"/>
            <a:ext cx="6909816" cy="2491929"/>
          </a:xfrm>
        </p:spPr>
        <p:txBody>
          <a:bodyPr/>
          <a:lstStyle/>
          <a:p>
            <a:r>
              <a:rPr lang="es-ES" dirty="0"/>
              <a:t>BD: partidas</a:t>
            </a:r>
          </a:p>
          <a:p>
            <a:r>
              <a:rPr lang="es-ES" dirty="0"/>
              <a:t>Array de partidas </a:t>
            </a:r>
            <a:r>
              <a:rPr lang="es-ES" dirty="0" err="1"/>
              <a:t>order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fecha </a:t>
            </a:r>
            <a:r>
              <a:rPr lang="es-ES" dirty="0" err="1"/>
              <a:t>desc</a:t>
            </a:r>
            <a:r>
              <a:rPr lang="es-ES" dirty="0"/>
              <a:t> </a:t>
            </a:r>
            <a:r>
              <a:rPr lang="es-ES" dirty="0" err="1"/>
              <a:t>where</a:t>
            </a:r>
            <a:r>
              <a:rPr lang="es-ES" dirty="0"/>
              <a:t> </a:t>
            </a:r>
            <a:r>
              <a:rPr lang="es-ES" dirty="0" err="1"/>
              <a:t>idUsuario</a:t>
            </a:r>
            <a:r>
              <a:rPr lang="es-ES" dirty="0"/>
              <a:t> = este.</a:t>
            </a:r>
          </a:p>
        </p:txBody>
      </p:sp>
    </p:spTree>
    <p:extLst>
      <p:ext uri="{BB962C8B-B14F-4D97-AF65-F5344CB8AC3E}">
        <p14:creationId xmlns:p14="http://schemas.microsoft.com/office/powerpoint/2010/main" val="2902802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27CF85-A303-7B0E-0083-341D584E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Ranking global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0B407A-273A-2753-01D7-31B8B048E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71016" y="3685033"/>
            <a:ext cx="3840480" cy="1851850"/>
          </a:xfrm>
        </p:spPr>
        <p:txBody>
          <a:bodyPr>
            <a:normAutofit/>
          </a:bodyPr>
          <a:lstStyle/>
          <a:p>
            <a:r>
              <a:rPr lang="es-ES" dirty="0"/>
              <a:t>BD: partidas</a:t>
            </a:r>
          </a:p>
          <a:p>
            <a:r>
              <a:rPr lang="es-ES" dirty="0"/>
              <a:t>Array de partidas </a:t>
            </a:r>
            <a:r>
              <a:rPr lang="es-ES" dirty="0" err="1"/>
              <a:t>order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puntuación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E7CE1AFC-4A0B-1975-55CA-C4676333BE4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46435105"/>
              </p:ext>
            </p:extLst>
          </p:nvPr>
        </p:nvGraphicFramePr>
        <p:xfrm>
          <a:off x="838200" y="1892808"/>
          <a:ext cx="10515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133137806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638726534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805946065"/>
                    </a:ext>
                  </a:extLst>
                </a:gridCol>
                <a:gridCol w="1240536">
                  <a:extLst>
                    <a:ext uri="{9D8B030D-6E8A-4147-A177-3AD203B41FA5}">
                      <a16:colId xmlns:a16="http://schemas.microsoft.com/office/drawing/2014/main" val="201940563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12049425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258284139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92993715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91628829"/>
                    </a:ext>
                  </a:extLst>
                </a:gridCol>
              </a:tblGrid>
              <a:tr h="303657">
                <a:tc>
                  <a:txBody>
                    <a:bodyPr/>
                    <a:lstStyle/>
                    <a:p>
                      <a:r>
                        <a:rPr lang="es-ES" dirty="0"/>
                        <a:t>Posición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Nombre del Usuario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Nivel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Tiempo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Nº</a:t>
                      </a:r>
                      <a:r>
                        <a:rPr lang="es-ES" dirty="0"/>
                        <a:t> sets correctos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Errores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Puntuación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201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int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string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String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¿</a:t>
                      </a:r>
                      <a:r>
                        <a:rPr lang="es-ES" dirty="0" err="1"/>
                        <a:t>Float</a:t>
                      </a:r>
                      <a:r>
                        <a:rPr lang="es-ES" dirty="0"/>
                        <a:t> o min/</a:t>
                      </a:r>
                      <a:r>
                        <a:rPr lang="es-ES" dirty="0" err="1"/>
                        <a:t>seg</a:t>
                      </a:r>
                      <a:r>
                        <a:rPr lang="es-E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Int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Int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Int</a:t>
                      </a:r>
                      <a:r>
                        <a:rPr lang="es-E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088582"/>
                  </a:ext>
                </a:extLst>
              </a:tr>
            </a:tbl>
          </a:graphicData>
        </a:graphic>
      </p:graphicFrame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BB2D5A7B-5C07-C1BB-526E-FA19DA35B576}"/>
              </a:ext>
            </a:extLst>
          </p:cNvPr>
          <p:cNvSpPr txBox="1">
            <a:spLocks/>
          </p:cNvSpPr>
          <p:nvPr/>
        </p:nvSpPr>
        <p:spPr>
          <a:xfrm>
            <a:off x="6550154" y="3846577"/>
            <a:ext cx="3840480" cy="185185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¿Hacer rankings diferentes por cada nivel (3 tablas de ranking)?</a:t>
            </a:r>
          </a:p>
          <a:p>
            <a:r>
              <a:rPr lang="es-ES" dirty="0"/>
              <a:t>¿Limitar </a:t>
            </a:r>
            <a:r>
              <a:rPr lang="es-ES" dirty="0" err="1"/>
              <a:t>num</a:t>
            </a:r>
            <a:r>
              <a:rPr lang="es-ES" dirty="0"/>
              <a:t> a mostrar (ej.: sólo los top 15)?</a:t>
            </a:r>
          </a:p>
          <a:p>
            <a:r>
              <a:rPr lang="es-ES" dirty="0"/>
              <a:t>¿Un mismo jugador puede aparecer varias veces?</a:t>
            </a:r>
          </a:p>
          <a:p>
            <a:r>
              <a:rPr lang="es-ES" dirty="0"/>
              <a:t>¿Partidas no finalizadas cuentan?</a:t>
            </a:r>
          </a:p>
        </p:txBody>
      </p:sp>
    </p:spTree>
    <p:extLst>
      <p:ext uri="{BB962C8B-B14F-4D97-AF65-F5344CB8AC3E}">
        <p14:creationId xmlns:p14="http://schemas.microsoft.com/office/powerpoint/2010/main" val="1994529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9B63D-026F-76C2-4F8E-A0E91E1B9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Configurar usuario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AB2627-AE1D-0714-AD3F-3E1AA2A20C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Cambiar nombre</a:t>
            </a:r>
          </a:p>
          <a:p>
            <a:r>
              <a:rPr lang="es-ES" dirty="0"/>
              <a:t>Cambiar contraseña</a:t>
            </a:r>
          </a:p>
          <a:p>
            <a:r>
              <a:rPr lang="es-ES" dirty="0"/>
              <a:t>Eliminar usuario</a:t>
            </a:r>
          </a:p>
          <a:p>
            <a:endParaRPr lang="es-ES" dirty="0"/>
          </a:p>
          <a:p>
            <a:r>
              <a:rPr lang="es-ES" dirty="0"/>
              <a:t>BD: usuarios</a:t>
            </a:r>
          </a:p>
          <a:p>
            <a:pPr lvl="1"/>
            <a:r>
              <a:rPr lang="es-ES" dirty="0"/>
              <a:t>Modificar tabla usuarios</a:t>
            </a:r>
          </a:p>
          <a:p>
            <a:pPr lvl="1"/>
            <a:r>
              <a:rPr lang="es-ES" dirty="0"/>
              <a:t>Eliminar usuario de tabla usuarios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F83AF76-3B07-D8EB-A03A-F89A9EC05962}"/>
              </a:ext>
            </a:extLst>
          </p:cNvPr>
          <p:cNvSpPr txBox="1"/>
          <p:nvPr/>
        </p:nvSpPr>
        <p:spPr>
          <a:xfrm>
            <a:off x="1335024" y="1993392"/>
            <a:ext cx="369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Nombre actual</a:t>
            </a:r>
          </a:p>
          <a:p>
            <a:r>
              <a:rPr lang="es-ES" dirty="0"/>
              <a:t>      Nuevo nombre: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459AC31-A57D-64D3-9726-3C366EF66EA3}"/>
              </a:ext>
            </a:extLst>
          </p:cNvPr>
          <p:cNvSpPr txBox="1"/>
          <p:nvPr/>
        </p:nvSpPr>
        <p:spPr>
          <a:xfrm>
            <a:off x="1331976" y="2676144"/>
            <a:ext cx="369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      Nueva contraseña: 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504247A-3544-D1CF-41B1-6F7028C03892}"/>
              </a:ext>
            </a:extLst>
          </p:cNvPr>
          <p:cNvSpPr/>
          <p:nvPr/>
        </p:nvSpPr>
        <p:spPr>
          <a:xfrm>
            <a:off x="3179064" y="3136392"/>
            <a:ext cx="1572768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Eliminar usuario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3AA1656-8E4B-CA6B-E663-2E357816E6DA}"/>
              </a:ext>
            </a:extLst>
          </p:cNvPr>
          <p:cNvSpPr/>
          <p:nvPr/>
        </p:nvSpPr>
        <p:spPr>
          <a:xfrm>
            <a:off x="1453896" y="3136392"/>
            <a:ext cx="1572768" cy="795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Guardar cambios</a:t>
            </a:r>
          </a:p>
        </p:txBody>
      </p:sp>
    </p:spTree>
    <p:extLst>
      <p:ext uri="{BB962C8B-B14F-4D97-AF65-F5344CB8AC3E}">
        <p14:creationId xmlns:p14="http://schemas.microsoft.com/office/powerpoint/2010/main" val="25018213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435</Words>
  <Application>Microsoft Office PowerPoint</Application>
  <PresentationFormat>Panorámica</PresentationFormat>
  <Paragraphs>129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Tema de Office</vt:lpstr>
      <vt:lpstr>Presentación de PowerPoint</vt:lpstr>
      <vt:lpstr>LOGIN</vt:lpstr>
      <vt:lpstr>Navegador de menú</vt:lpstr>
      <vt:lpstr>Nueva partida</vt:lpstr>
      <vt:lpstr>Opciones de partida</vt:lpstr>
      <vt:lpstr>Histórico partidas</vt:lpstr>
      <vt:lpstr>Ranking global</vt:lpstr>
      <vt:lpstr>Configurar usuario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Hernanz Carro</dc:creator>
  <cp:lastModifiedBy>Ana Hernanz Carro</cp:lastModifiedBy>
  <cp:revision>1</cp:revision>
  <dcterms:created xsi:type="dcterms:W3CDTF">2025-10-12T11:38:10Z</dcterms:created>
  <dcterms:modified xsi:type="dcterms:W3CDTF">2025-10-12T12:58:43Z</dcterms:modified>
</cp:coreProperties>
</file>